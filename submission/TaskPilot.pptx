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TEAM NEURONOVA · AUTONOMOUS AGENTS FOR EVERYDAY APPS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TaskPilot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377440"/>
            <a:ext cx="106070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F5A524"/>
                </a:solidFill>
                <a:latin typeface="Consolas"/>
              </a:rPr>
              <a:t>Plan. Act. Pause. (For you.)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>
                <a:solidFill>
                  <a:srgbClr val="F2F2F0"/>
                </a:solidFill>
                <a:latin typeface="Consolas"/>
              </a:rPr>
              <a:t>▪  An AI agent that acts across real web apps — and stops for your approval</a:t>
            </a:r>
          </a:p>
          <a:p>
            <a:pPr>
              <a:spcAft>
                <a:spcPts val="1000"/>
              </a:spcAft>
            </a:pPr>
            <a:r>
              <a:rPr sz="1800">
                <a:solidFill>
                  <a:srgbClr val="F2F2F0"/>
                </a:solidFill>
                <a:latin typeface="Consolas"/>
              </a:rPr>
              <a:t>▪  before anything irreversible.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9A9A95"/>
                </a:solidFill>
                <a:latin typeface="Consolas"/>
              </a:rPr>
              <a:t>Hackathon build · every number in this deck was measured, not estimated.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Agents are fast. They are also trusted with too much.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Today's agents can click, buy, and submit — with no gate between "decide" and "do".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The failure isn't a bad plan. It's a good plan executed at the wrong moment.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Every incident review ends with the same question: did a human know?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9A9A95"/>
                </a:solidFill>
                <a:latin typeface="Consolas"/>
              </a:rPr>
              <a:t>A confirmation dialog is not a gate — the agent still decides when to ask.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WHAT WE BUILT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An agent with a real gate — not a confirmation dialog.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Takes a plain-language task; plans ordered steps; drives browser, MCP and HTTP.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Classifies each action's risk with deterministic rules.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Blocks before anything irreversible, and waits for a recorded human decision.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Writes an immutable, replayable audit trail for every run.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The executor cannot proceed without a decision.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solidFill>
            <a:srgbClr val="151519"/>
          </a:solidFill>
          <a:ln>
            <a:solidFill>
              <a:srgbClr val="2A2A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82880"/>
          <a:lstStyle/>
          <a:p>
            <a:pPr algn="ctr"/>
            <a:r>
              <a:rPr sz="1500">
                <a:solidFill>
                  <a:srgbClr val="F2F2F0"/>
                </a:solidFill>
                <a:latin typeface="Consolas"/>
              </a:rPr>
              <a:t>decision = policy.classify(step, tool)</a:t>
            </a:r>
          </a:p>
          <a:p>
            <a:r>
              <a:rPr sz="1500">
                <a:solidFill>
                  <a:srgbClr val="F2F2F0"/>
                </a:solidFill>
                <a:latin typeface="Consolas"/>
              </a:rPr>
              <a:t>if decision.needs_approval:</a:t>
            </a:r>
          </a:p>
          <a:p>
            <a:r>
              <a:rPr sz="1500">
                <a:solidFill>
                  <a:srgbClr val="F5A524"/>
                </a:solidFill>
                <a:latin typeface="Consolas"/>
              </a:rPr>
              <a:t>    outcome = await broker.request(...)   # blocks the executor</a:t>
            </a:r>
          </a:p>
          <a:p>
            <a:r>
              <a:rPr sz="1500">
                <a:solidFill>
                  <a:srgbClr val="F2F2F0"/>
                </a:solidFill>
                <a:latin typeface="Consolas"/>
              </a:rPr>
              <a:t>    if not outcome.granted: return SKIPPED</a:t>
            </a:r>
          </a:p>
          <a:p>
            <a:r>
              <a:rPr sz="1500">
                <a:solidFill>
                  <a:srgbClr val="F2F2F0"/>
                </a:solidFill>
                <a:latin typeface="Consolas"/>
              </a:rPr>
              <a:t>result = await tool.run(args)             # only reachable after the gate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457200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500">
                <a:solidFill>
                  <a:srgbClr val="F2F2F0"/>
                </a:solidFill>
                <a:latin typeface="Consolas"/>
              </a:rPr>
              <a:t>▪  Risk = max(deterministic rules, the model's own claim).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2F2F0"/>
                </a:solidFill>
                <a:latin typeface="Consolas"/>
              </a:rPr>
              <a:t>▪  An optimistic model cannot wave through a payment.</a:t>
            </a:r>
          </a:p>
          <a:p>
            <a:pPr>
              <a:spcAft>
                <a:spcPts val="1000"/>
              </a:spcAft>
            </a:pPr>
            <a:r>
              <a:rPr sz="1500">
                <a:solidFill>
                  <a:srgbClr val="F2F2F0"/>
                </a:solidFill>
                <a:latin typeface="Consolas"/>
              </a:rPr>
              <a:t>▪  Timeout is a decision: an unanswered approval auto-rejects.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KEY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The approval card is the product.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Shows the action, the target URL and the exact arguments — all editable.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A screenshot of the live page, taken at the moment approval was requested.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"Why TaskPilot paused": the specific rules that fired, in plain English.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A countdown to the auto-reject, so silence is never ambiguous.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DESIGN PRINCIPLE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Read-only work shouldn't interrupt anyone.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"Open the checkout page" is not "place the order".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Read-only tools are exempt from keyword escalation; a form fill that doesn't submit caps at medium.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Structural rules — submit flags, HTTP verbs, file overwrites — are never capped.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AD991"/>
                </a:solidFill>
                <a:latin typeface="Consolas"/>
              </a:rPr>
              <a:t>Result: exactly one gate per risky task, zero on read-only ones.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TECHNOLOGY STACK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Browser · MCP · APIs — one interface, one gate.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28600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813816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A524"/>
                          </a:solidFill>
                          <a:latin typeface="Consolas"/>
                        </a:rPr>
                        <a:t>Layer</a:t>
                      </a:r>
                    </a:p>
                  </a:txBody>
                  <a:tcPr>
                    <a:solidFill>
                      <a:srgbClr val="1515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A524"/>
                          </a:solidFill>
                          <a:latin typeface="Consolas"/>
                        </a:rPr>
                        <a:t>Technology</a:t>
                      </a:r>
                    </a:p>
                  </a:txBody>
                  <a:tcPr>
                    <a:solidFill>
                      <a:srgbClr val="1515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Web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Next.js 14 · React 18 · Zustand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API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FastAPI · SQLAlchemy 2.0 async · Alembic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Browser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Playwright · real Chromium · per-run isolated context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Tools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MCP Python SDK · fetch + git · 29 tools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Data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Postgres 16 (SQLite locally)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15 tasks, scored against the demo store's own state.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22960" y="219456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43600"/>
                <a:gridCol w="4572000"/>
              </a:tblGrid>
              <a:tr h="457200"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A524"/>
                          </a:solidFill>
                          <a:latin typeface="Consolas"/>
                        </a:rPr>
                        <a:t>Metric</a:t>
                      </a:r>
                    </a:p>
                  </a:txBody>
                  <a:tcPr>
                    <a:solidFill>
                      <a:srgbClr val="151519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F5A524"/>
                          </a:solidFill>
                          <a:latin typeface="Consolas"/>
                        </a:rPr>
                        <a:t>Result</a:t>
                      </a:r>
                    </a:p>
                  </a:txBody>
                  <a:tcPr>
                    <a:solidFill>
                      <a:srgbClr val="151519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Task success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AD991"/>
                          </a:solidFill>
                          <a:latin typeface="Consolas"/>
                        </a:rPr>
                        <a:t>15/15 (100%)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Step-completion accuracy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92%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Approval-gate correctness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AD991"/>
                          </a:solidFill>
                          <a:latin typeface="Consolas"/>
                        </a:rPr>
                        <a:t>100%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Risky actions without approval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4AD991"/>
                          </a:solidFill>
                          <a:latin typeface="Consolas"/>
                        </a:rPr>
                        <a:t>0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Time saved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0">
                          <a:solidFill>
                            <a:srgbClr val="F2F2F0"/>
                          </a:solidFill>
                          <a:latin typeface="Consolas"/>
                        </a:rPr>
                        <a:t>42.8 min (35.5× faster)</a:t>
                      </a:r>
                    </a:p>
                  </a:txBody>
                  <a:tcPr>
                    <a:solidFill>
                      <a:srgbClr val="0B0B0D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9A9A95"/>
                </a:solidFill>
                <a:latin typeface="Consolas"/>
              </a:rPr>
              <a:t>The harness checks MockShop's world state before and after each run — never the agent's own summary. A breach fails the run outright.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HONEST LIMITS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What we did not build.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14884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A paused run is an in-memory task; a restart marks it interrupted (the trail survives).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Single-process execution — a DB poll makes multi-worker work, not owned.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The demo brain is deterministic, so these numbers are a reliability floor, not a model-quality claim.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No auth or multi-tenancy. MCP is stdio/SSE, one session per server.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48640" y="566928"/>
            <a:ext cx="475488" cy="50292"/>
          </a:xfrm>
          <a:prstGeom prst="rect">
            <a:avLst/>
          </a:prstGeom>
          <a:solidFill>
            <a:srgbClr val="F5A5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43000" y="384048"/>
            <a:ext cx="104241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1">
                <a:solidFill>
                  <a:srgbClr val="F5A524"/>
                </a:solidFill>
                <a:latin typeface="Consolas"/>
              </a:rPr>
              <a:t>CLOSE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868680"/>
            <a:ext cx="110642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400" b="1">
                <a:solidFill>
                  <a:srgbClr val="F2F2F0"/>
                </a:solidFill>
                <a:latin typeface="Consolas"/>
              </a:rPr>
              <a:t>Plan. Act. Pause. (For you.)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60704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Anyone can build an agent that clicks a button.</a:t>
            </a:r>
          </a:p>
          <a:p>
            <a:pPr>
              <a:spcAft>
                <a:spcPts val="1000"/>
              </a:spcAft>
            </a:pPr>
            <a:r>
              <a:rPr sz="1700">
                <a:solidFill>
                  <a:srgbClr val="F2F2F0"/>
                </a:solidFill>
                <a:latin typeface="Consolas"/>
              </a:rPr>
              <a:t>▪  The hard part is an agent you can let near your credit card.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89320"/>
            <a:ext cx="106070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4AD991"/>
                </a:solidFill>
                <a:latin typeface="Consolas"/>
              </a:rPr>
              <a:t>Reproduce the numbers yourself:  make eval   ·   245 backend + 30 frontend tests, 84.9% coverage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